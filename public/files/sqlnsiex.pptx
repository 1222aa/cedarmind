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60" r:id="rId5"/>
    <p:sldId id="261" r:id="rId6"/>
    <p:sldId id="262" r:id="rId7"/>
    <p:sldId id="264" r:id="rId8"/>
    <p:sldId id="263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60" y="1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EEFD-482E-4570-9DBE-F083E228ABD2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5267E-6996-4E78-9112-13DF6F5BE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734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EEFD-482E-4570-9DBE-F083E228ABD2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5267E-6996-4E78-9112-13DF6F5BE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6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EEFD-482E-4570-9DBE-F083E228ABD2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5267E-6996-4E78-9112-13DF6F5BE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906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EEFD-482E-4570-9DBE-F083E228ABD2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5267E-6996-4E78-9112-13DF6F5BE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674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EEFD-482E-4570-9DBE-F083E228ABD2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5267E-6996-4E78-9112-13DF6F5BE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066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EEFD-482E-4570-9DBE-F083E228ABD2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5267E-6996-4E78-9112-13DF6F5BE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282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EEFD-482E-4570-9DBE-F083E228ABD2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5267E-6996-4E78-9112-13DF6F5BE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903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EEFD-482E-4570-9DBE-F083E228ABD2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5267E-6996-4E78-9112-13DF6F5BE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617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EEFD-482E-4570-9DBE-F083E228ABD2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5267E-6996-4E78-9112-13DF6F5BE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604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EEFD-482E-4570-9DBE-F083E228ABD2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5267E-6996-4E78-9112-13DF6F5BE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47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EEFD-482E-4570-9DBE-F083E228ABD2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5267E-6996-4E78-9112-13DF6F5BE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39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CEEFD-482E-4570-9DBE-F083E228ABD2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5267E-6996-4E78-9112-13DF6F5BE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911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726" y="1447476"/>
            <a:ext cx="11894975" cy="3077871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 smtClean="0">
                <a:solidFill>
                  <a:schemeClr val="bg1"/>
                </a:solidFill>
              </a:rPr>
              <a:t>NSI</a:t>
            </a:r>
            <a:br>
              <a:rPr lang="en-US" sz="6600" b="1" dirty="0" smtClean="0">
                <a:solidFill>
                  <a:schemeClr val="bg1"/>
                </a:solidFill>
              </a:rPr>
            </a:br>
            <a:r>
              <a:rPr lang="en-US" sz="6600" b="1" dirty="0" smtClean="0">
                <a:solidFill>
                  <a:schemeClr val="bg1"/>
                </a:solidFill>
              </a:rPr>
              <a:t>EXERCICE SQL</a:t>
            </a:r>
            <a:br>
              <a:rPr lang="en-US" sz="6600" b="1" dirty="0" smtClean="0">
                <a:solidFill>
                  <a:schemeClr val="bg1"/>
                </a:solidFill>
              </a:rPr>
            </a:br>
            <a:r>
              <a:rPr lang="en-US" sz="1600" dirty="0" smtClean="0">
                <a:solidFill>
                  <a:schemeClr val="bg1"/>
                </a:solidFill>
              </a:rPr>
              <a:t>BY ANTOINE HARFOUCHE</a:t>
            </a:r>
            <a:endParaRPr lang="en-US" sz="6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827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88" y="1378556"/>
            <a:ext cx="11431595" cy="3191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0588" y="177281"/>
            <a:ext cx="34896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u="sng" dirty="0" smtClean="0">
                <a:solidFill>
                  <a:schemeClr val="bg1"/>
                </a:solidFill>
              </a:rPr>
              <a:t>I-</a:t>
            </a:r>
            <a:r>
              <a:rPr lang="en-US" sz="4400" b="1" u="sng" dirty="0" err="1" smtClean="0">
                <a:solidFill>
                  <a:schemeClr val="bg1"/>
                </a:solidFill>
              </a:rPr>
              <a:t>Exercice</a:t>
            </a:r>
            <a:r>
              <a:rPr lang="en-US" sz="4400" b="1" u="sng" dirty="0" smtClean="0">
                <a:solidFill>
                  <a:schemeClr val="bg1"/>
                </a:solidFill>
              </a:rPr>
              <a:t> 1</a:t>
            </a:r>
            <a:r>
              <a:rPr lang="en-US" sz="2800" b="1" u="sng" dirty="0" smtClean="0">
                <a:solidFill>
                  <a:schemeClr val="bg1"/>
                </a:solidFill>
              </a:rPr>
              <a:t>:</a:t>
            </a:r>
            <a:endParaRPr lang="en-US" sz="2800" b="1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437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717" y="239419"/>
            <a:ext cx="12112691" cy="6823853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dirty="0" smtClean="0"/>
              <a:t>Quelle requête utiliser pour afficher l'ensemble des enregistrements de la table </a:t>
            </a:r>
            <a:r>
              <a:rPr lang="fr-FR" dirty="0" err="1" smtClean="0"/>
              <a:t>lpecom_livres</a:t>
            </a:r>
            <a:r>
              <a:rPr lang="fr-FR" dirty="0" smtClean="0"/>
              <a:t> ?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Quelle requête utiliser pour sélectionner uniquement les livres qui ont un prix strictement supérieur à 20 de la table </a:t>
            </a:r>
            <a:r>
              <a:rPr lang="fr-FR" dirty="0" err="1" smtClean="0"/>
              <a:t>lpecom_livres</a:t>
            </a:r>
            <a:r>
              <a:rPr lang="fr-FR" dirty="0" smtClean="0"/>
              <a:t> ?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Quelle requête utiliser pour trier les enregistrements de la table </a:t>
            </a:r>
            <a:r>
              <a:rPr lang="fr-FR" dirty="0" err="1" smtClean="0"/>
              <a:t>lpecom_livres</a:t>
            </a:r>
            <a:r>
              <a:rPr lang="fr-FR" dirty="0" smtClean="0"/>
              <a:t> du prix le plus élevé aux prix le plus bas ?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Quelle requête utiliser pour récupérer le prix du livre le plus élevé de la table </a:t>
            </a:r>
            <a:r>
              <a:rPr lang="fr-FR" dirty="0" err="1" smtClean="0"/>
              <a:t>lpecom_livres</a:t>
            </a:r>
            <a:r>
              <a:rPr lang="fr-FR" dirty="0" smtClean="0"/>
              <a:t> ?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Quelle requête utiliser pour récupérer les livres de la table </a:t>
            </a:r>
            <a:r>
              <a:rPr lang="fr-FR" dirty="0" err="1" smtClean="0"/>
              <a:t>lpecom_livres</a:t>
            </a:r>
            <a:r>
              <a:rPr lang="fr-FR" dirty="0" smtClean="0"/>
              <a:t> qui ont un prix compris entre 20 et 22 ?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Quelle requête utiliser pour récupérer tous les livres de la table </a:t>
            </a:r>
            <a:r>
              <a:rPr lang="fr-FR" dirty="0" err="1" smtClean="0"/>
              <a:t>lpecom_livres</a:t>
            </a:r>
            <a:r>
              <a:rPr lang="fr-FR" dirty="0" smtClean="0"/>
              <a:t> à l'exception de celui portant la valeur pour la colonne isbn_10 : 2092589547 ?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Quelle requête utiliser pour récupérer le prix du livre le moins élevé de la table </a:t>
            </a:r>
            <a:r>
              <a:rPr lang="fr-FR" dirty="0" err="1" smtClean="0"/>
              <a:t>lpecom_livres</a:t>
            </a:r>
            <a:r>
              <a:rPr lang="fr-FR" dirty="0" smtClean="0"/>
              <a:t> en renommant la colonne dans les résultats par minus ?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Quelle requête utiliser pour sélectionner uniquement les 3 premiers résultats sans le tout premier de la table </a:t>
            </a:r>
            <a:r>
              <a:rPr lang="fr-FR" dirty="0" err="1" smtClean="0"/>
              <a:t>lpecom_livres</a:t>
            </a:r>
            <a:r>
              <a:rPr lang="fr-FR" dirty="0" smtClean="0"/>
              <a:t> ?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fr-FR" dirty="0" smtClean="0"/>
          </a:p>
          <a:p>
            <a:pPr marL="514350" indent="-514350">
              <a:buFont typeface="+mj-lt"/>
              <a:buAutoNum type="arabicPeriod"/>
            </a:pPr>
            <a:endParaRPr lang="fr-FR" dirty="0" smtClean="0"/>
          </a:p>
          <a:p>
            <a:pPr marL="514350" indent="-514350">
              <a:buFont typeface="+mj-lt"/>
              <a:buAutoNum type="arabicPeriod"/>
            </a:pPr>
            <a:endParaRPr lang="fr-FR" dirty="0" smtClean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311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334671"/>
            <a:ext cx="10515600" cy="1325563"/>
          </a:xfrm>
        </p:spPr>
        <p:txBody>
          <a:bodyPr/>
          <a:lstStyle/>
          <a:p>
            <a:r>
              <a:rPr lang="en-US" b="1" u="sng" dirty="0" smtClean="0">
                <a:solidFill>
                  <a:schemeClr val="bg1"/>
                </a:solidFill>
              </a:rPr>
              <a:t>CORRECTION:</a:t>
            </a:r>
            <a:endParaRPr lang="en-US" b="1" u="sng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420" y="687290"/>
            <a:ext cx="11907417" cy="6394645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SELECT</a:t>
            </a:r>
            <a:r>
              <a:rPr lang="en-US" dirty="0"/>
              <a:t> *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/>
              <a:t>FROM</a:t>
            </a:r>
            <a:r>
              <a:rPr lang="en-US" dirty="0"/>
              <a:t> </a:t>
            </a:r>
            <a:r>
              <a:rPr lang="en-US" dirty="0" err="1"/>
              <a:t>lpecom_livres</a:t>
            </a:r>
            <a:r>
              <a:rPr lang="en-US" dirty="0" smtClean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SELECT</a:t>
            </a:r>
            <a:r>
              <a:rPr lang="en-US" dirty="0"/>
              <a:t> *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/>
              <a:t>FROM</a:t>
            </a:r>
            <a:r>
              <a:rPr lang="en-US" dirty="0"/>
              <a:t> </a:t>
            </a:r>
            <a:r>
              <a:rPr lang="en-US" dirty="0" err="1"/>
              <a:t>lpecom_livres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WHERE prix &gt; 20</a:t>
            </a:r>
            <a:r>
              <a:rPr lang="en-US" dirty="0" smtClean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SELECT</a:t>
            </a:r>
            <a:r>
              <a:rPr lang="en-US" dirty="0"/>
              <a:t> *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/>
              <a:t>FROM</a:t>
            </a:r>
            <a:r>
              <a:rPr lang="en-US" dirty="0"/>
              <a:t> </a:t>
            </a:r>
            <a:r>
              <a:rPr lang="en-US" dirty="0" err="1"/>
              <a:t>lpecom_livres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ORDER </a:t>
            </a:r>
            <a:r>
              <a:rPr lang="en-US" b="1" dirty="0"/>
              <a:t>BY</a:t>
            </a:r>
            <a:r>
              <a:rPr lang="en-US" dirty="0"/>
              <a:t> prix </a:t>
            </a:r>
            <a:r>
              <a:rPr lang="en-US" b="1" dirty="0"/>
              <a:t>DESC</a:t>
            </a:r>
            <a:r>
              <a:rPr lang="en-US" dirty="0" smtClean="0"/>
              <a:t>;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SELECT</a:t>
            </a:r>
            <a:r>
              <a:rPr lang="en-US" dirty="0"/>
              <a:t> </a:t>
            </a:r>
            <a:r>
              <a:rPr lang="en-US" b="1" dirty="0"/>
              <a:t>MAX</a:t>
            </a:r>
            <a:r>
              <a:rPr lang="en-US" dirty="0"/>
              <a:t>(prix)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/>
              <a:t>FROM</a:t>
            </a:r>
            <a:r>
              <a:rPr lang="en-US" dirty="0"/>
              <a:t> </a:t>
            </a:r>
            <a:r>
              <a:rPr lang="en-US" dirty="0" err="1"/>
              <a:t>lpecom_livres</a:t>
            </a:r>
            <a:r>
              <a:rPr lang="en-US" dirty="0" smtClean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SELECT</a:t>
            </a:r>
            <a:r>
              <a:rPr lang="en-US" dirty="0"/>
              <a:t> *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/>
              <a:t>FROM</a:t>
            </a:r>
            <a:r>
              <a:rPr lang="en-US" dirty="0"/>
              <a:t> </a:t>
            </a:r>
            <a:r>
              <a:rPr lang="en-US" dirty="0" err="1"/>
              <a:t>lpecom_livres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WHERE prix </a:t>
            </a:r>
            <a:r>
              <a:rPr lang="en-US" b="1" dirty="0"/>
              <a:t>BETWEEN</a:t>
            </a:r>
            <a:r>
              <a:rPr lang="en-US" dirty="0"/>
              <a:t> 20 </a:t>
            </a:r>
            <a:r>
              <a:rPr lang="en-US" b="1" dirty="0"/>
              <a:t>AND</a:t>
            </a:r>
            <a:r>
              <a:rPr lang="en-US" dirty="0"/>
              <a:t> 22</a:t>
            </a:r>
            <a:r>
              <a:rPr lang="en-US" dirty="0" smtClean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SELECT</a:t>
            </a:r>
            <a:r>
              <a:rPr lang="en-US" dirty="0"/>
              <a:t> *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/>
              <a:t>FROM</a:t>
            </a:r>
            <a:r>
              <a:rPr lang="en-US" dirty="0"/>
              <a:t> </a:t>
            </a:r>
            <a:r>
              <a:rPr lang="en-US" dirty="0" err="1"/>
              <a:t>lpecom_livres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WHERE isbn_10 != 2092589547</a:t>
            </a:r>
            <a:r>
              <a:rPr lang="en-US" dirty="0" smtClean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SELECT</a:t>
            </a:r>
            <a:r>
              <a:rPr lang="en-US" dirty="0" smtClean="0"/>
              <a:t> MIN(prix) as minus</a:t>
            </a:r>
          </a:p>
          <a:p>
            <a:pPr marL="0" indent="0">
              <a:buNone/>
            </a:pPr>
            <a:r>
              <a:rPr lang="en-US" dirty="0" smtClean="0"/>
              <a:t>       </a:t>
            </a:r>
            <a:r>
              <a:rPr lang="en-US" b="1" dirty="0" smtClean="0"/>
              <a:t>FROM</a:t>
            </a:r>
            <a:r>
              <a:rPr lang="en-US" dirty="0" smtClean="0"/>
              <a:t> </a:t>
            </a:r>
            <a:r>
              <a:rPr lang="en-US" dirty="0" err="1" smtClean="0"/>
              <a:t>lpecom_livres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r>
              <a:rPr lang="en-US" b="1" dirty="0" smtClean="0"/>
              <a:t>8.   SELECT</a:t>
            </a:r>
            <a:r>
              <a:rPr lang="en-US" dirty="0" smtClean="0"/>
              <a:t> </a:t>
            </a:r>
            <a:r>
              <a:rPr lang="en-US" dirty="0"/>
              <a:t>*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   </a:t>
            </a:r>
            <a:r>
              <a:rPr lang="en-US" b="1" dirty="0" smtClean="0"/>
              <a:t>FROM</a:t>
            </a:r>
            <a:r>
              <a:rPr lang="en-US" dirty="0" smtClean="0"/>
              <a:t> </a:t>
            </a:r>
            <a:r>
              <a:rPr lang="en-US" dirty="0" err="1" smtClean="0"/>
              <a:t>lpecom_livres</a:t>
            </a:r>
            <a:r>
              <a:rPr lang="en-US" dirty="0" smtClean="0"/>
              <a:t> LIMIT 3 </a:t>
            </a:r>
            <a:r>
              <a:rPr lang="en-US" b="1" dirty="0" smtClean="0"/>
              <a:t>OFFSET</a:t>
            </a:r>
            <a:r>
              <a:rPr lang="en-US" dirty="0" smtClean="0"/>
              <a:t> 1;</a:t>
            </a:r>
            <a:br>
              <a:rPr lang="en-US" dirty="0" smtClean="0"/>
            </a:b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456334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15" y="0"/>
            <a:ext cx="10515600" cy="1325563"/>
          </a:xfrm>
        </p:spPr>
        <p:txBody>
          <a:bodyPr/>
          <a:lstStyle/>
          <a:p>
            <a:r>
              <a:rPr lang="en-US" b="1" u="sng" dirty="0" smtClean="0">
                <a:solidFill>
                  <a:schemeClr val="bg1"/>
                </a:solidFill>
              </a:rPr>
              <a:t>EXERCICE 2:</a:t>
            </a:r>
            <a:endParaRPr lang="en-US" b="1" u="sng" dirty="0">
              <a:solidFill>
                <a:schemeClr val="bg1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243" y="1125828"/>
            <a:ext cx="11495971" cy="5545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88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976"/>
            <a:ext cx="12192000" cy="6671387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dirty="0" smtClean="0"/>
              <a:t>Quelle requête utiliser pour afficher l'id des étudiants qui ont participés à au moins un examen ?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Quelle requête utiliser pour compter le nombre d'étudiants qui ont participés à au moins un examen ?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Quelle requête utiliser pour calculer la moyenne de l'examen portant l'id : 45 ?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Quelle requête utiliser pour récupérer la meilleure note de l'examen portant l'id : 87 ?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Quelle requête utiliser pour afficher l'id des étudiants qui ont eu plus de 11 à l'examen 45 ou plus de 12 à l'examen 87 ?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Quelle requête utiliser pour afficher tous les enregistrement de la table </a:t>
            </a:r>
            <a:r>
              <a:rPr lang="fr-FR" dirty="0" err="1" smtClean="0"/>
              <a:t>lpecom_examens</a:t>
            </a:r>
            <a:r>
              <a:rPr lang="fr-FR" dirty="0" smtClean="0"/>
              <a:t> avec en plus, si c'est possible, le </a:t>
            </a:r>
            <a:r>
              <a:rPr lang="fr-FR" dirty="0" err="1" smtClean="0"/>
              <a:t>prenom</a:t>
            </a:r>
            <a:r>
              <a:rPr lang="fr-FR" dirty="0" smtClean="0"/>
              <a:t> et le nom de l'étudiant ?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Quelle requête utiliser pour afficher les enregistrement de la table </a:t>
            </a:r>
            <a:r>
              <a:rPr lang="fr-FR" dirty="0" err="1" smtClean="0"/>
              <a:t>lpecom_examens</a:t>
            </a:r>
            <a:r>
              <a:rPr lang="fr-FR" dirty="0" smtClean="0"/>
              <a:t> avec le </a:t>
            </a:r>
            <a:r>
              <a:rPr lang="fr-FR" dirty="0" err="1" smtClean="0"/>
              <a:t>prenom</a:t>
            </a:r>
            <a:r>
              <a:rPr lang="fr-FR" dirty="0" smtClean="0"/>
              <a:t> et le nom de l'étudiant, uniquement quand les étudiants sont présents dans la table </a:t>
            </a:r>
            <a:r>
              <a:rPr lang="fr-FR" dirty="0" err="1" smtClean="0"/>
              <a:t>lpecom_etudiants</a:t>
            </a:r>
            <a:r>
              <a:rPr lang="fr-FR" dirty="0" smtClean="0"/>
              <a:t> ?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Quelle requête utiliser pour afficher uniquement le nom et le </a:t>
            </a:r>
            <a:r>
              <a:rPr lang="fr-FR" dirty="0" err="1" smtClean="0"/>
              <a:t>prenom</a:t>
            </a:r>
            <a:r>
              <a:rPr lang="fr-FR" dirty="0" smtClean="0"/>
              <a:t> de l'étudiant avec l'id : 30 avec la moyenne de ses deux examens dans une colonne moyenne ?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Quelle requête utiliser pour afficher les 3 meilleures examens, du meilleur au moins bon, avec le </a:t>
            </a:r>
            <a:r>
              <a:rPr lang="fr-FR" dirty="0" err="1" smtClean="0"/>
              <a:t>prenom</a:t>
            </a:r>
            <a:r>
              <a:rPr lang="fr-FR" dirty="0" smtClean="0"/>
              <a:t> et le nom de l'étudiant associé 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637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5649" y="345233"/>
            <a:ext cx="3377682" cy="587828"/>
          </a:xfrm>
        </p:spPr>
        <p:txBody>
          <a:bodyPr>
            <a:noAutofit/>
          </a:bodyPr>
          <a:lstStyle/>
          <a:p>
            <a:r>
              <a:rPr lang="en-US" sz="4000" b="1" u="sng" dirty="0" smtClean="0">
                <a:solidFill>
                  <a:schemeClr val="bg1"/>
                </a:solidFill>
              </a:rPr>
              <a:t>CORRECTION:</a:t>
            </a:r>
            <a:endParaRPr lang="en-US" sz="4000" b="1" u="sng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91894"/>
            <a:ext cx="12737842" cy="7355698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SELECT</a:t>
            </a:r>
            <a:r>
              <a:rPr lang="en-US" dirty="0"/>
              <a:t> </a:t>
            </a:r>
            <a:r>
              <a:rPr lang="en-US" b="1" dirty="0"/>
              <a:t>DISTINCT</a:t>
            </a:r>
            <a:r>
              <a:rPr lang="en-US" dirty="0"/>
              <a:t> </a:t>
            </a:r>
            <a:r>
              <a:rPr lang="en-US" dirty="0" err="1"/>
              <a:t>id_etudiant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FROM </a:t>
            </a:r>
            <a:r>
              <a:rPr lang="en-US" dirty="0" err="1"/>
              <a:t>lpecom_examens</a:t>
            </a:r>
            <a:r>
              <a:rPr lang="en-US" dirty="0" smtClean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SELECT</a:t>
            </a:r>
            <a:r>
              <a:rPr lang="en-US" dirty="0"/>
              <a:t> </a:t>
            </a:r>
            <a:r>
              <a:rPr lang="en-US" b="1" dirty="0"/>
              <a:t>COUNT</a:t>
            </a:r>
            <a:r>
              <a:rPr lang="en-US" dirty="0"/>
              <a:t>(</a:t>
            </a:r>
            <a:r>
              <a:rPr lang="en-US" b="1" dirty="0"/>
              <a:t>DISTINCT</a:t>
            </a:r>
            <a:r>
              <a:rPr lang="en-US" dirty="0"/>
              <a:t> </a:t>
            </a:r>
            <a:r>
              <a:rPr lang="en-US" dirty="0" err="1"/>
              <a:t>id_etudiant</a:t>
            </a:r>
            <a:r>
              <a:rPr lang="en-US" dirty="0"/>
              <a:t>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/>
              <a:t>FROM</a:t>
            </a:r>
            <a:r>
              <a:rPr lang="en-US" dirty="0"/>
              <a:t> </a:t>
            </a:r>
            <a:r>
              <a:rPr lang="en-US" dirty="0" err="1"/>
              <a:t>lpecom_examens</a:t>
            </a:r>
            <a:r>
              <a:rPr lang="en-US" dirty="0" smtClean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SELECT</a:t>
            </a:r>
            <a:r>
              <a:rPr lang="en-US" dirty="0"/>
              <a:t> </a:t>
            </a:r>
            <a:r>
              <a:rPr lang="en-US" b="1" dirty="0"/>
              <a:t>AVG</a:t>
            </a:r>
            <a:r>
              <a:rPr lang="en-US" dirty="0"/>
              <a:t>(note)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/>
              <a:t>FROM</a:t>
            </a:r>
            <a:r>
              <a:rPr lang="en-US" dirty="0"/>
              <a:t> </a:t>
            </a:r>
            <a:r>
              <a:rPr lang="en-US" dirty="0" err="1"/>
              <a:t>lpecom_examens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WHERE </a:t>
            </a:r>
            <a:r>
              <a:rPr lang="en-US" dirty="0" err="1"/>
              <a:t>id_examen</a:t>
            </a:r>
            <a:r>
              <a:rPr lang="en-US" dirty="0"/>
              <a:t> = 45</a:t>
            </a:r>
            <a:r>
              <a:rPr lang="en-US" dirty="0" smtClean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SELECT</a:t>
            </a:r>
            <a:r>
              <a:rPr lang="en-US" dirty="0"/>
              <a:t> </a:t>
            </a:r>
            <a:r>
              <a:rPr lang="en-US" b="1" dirty="0"/>
              <a:t>MAX</a:t>
            </a:r>
            <a:r>
              <a:rPr lang="en-US" dirty="0"/>
              <a:t>(note)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/>
              <a:t>FROM</a:t>
            </a:r>
            <a:r>
              <a:rPr lang="en-US" dirty="0"/>
              <a:t> </a:t>
            </a:r>
            <a:r>
              <a:rPr lang="en-US" dirty="0" err="1"/>
              <a:t>lpecom_examens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WHERE </a:t>
            </a:r>
            <a:r>
              <a:rPr lang="en-US" dirty="0" err="1"/>
              <a:t>id_examen</a:t>
            </a:r>
            <a:r>
              <a:rPr lang="en-US" dirty="0"/>
              <a:t> = 87</a:t>
            </a:r>
            <a:r>
              <a:rPr lang="en-US" dirty="0" smtClean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SELECT</a:t>
            </a:r>
            <a:r>
              <a:rPr lang="en-US" dirty="0"/>
              <a:t> </a:t>
            </a:r>
            <a:r>
              <a:rPr lang="en-US" b="1" dirty="0"/>
              <a:t>DISTINCT</a:t>
            </a:r>
            <a:r>
              <a:rPr lang="en-US" dirty="0"/>
              <a:t> </a:t>
            </a:r>
            <a:r>
              <a:rPr lang="en-US" dirty="0" err="1"/>
              <a:t>id_etudiant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FROM </a:t>
            </a:r>
            <a:r>
              <a:rPr lang="en-US" dirty="0" err="1"/>
              <a:t>lpecom_examens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WHERE (</a:t>
            </a:r>
            <a:r>
              <a:rPr lang="en-US" dirty="0" err="1"/>
              <a:t>id_examen</a:t>
            </a:r>
            <a:r>
              <a:rPr lang="en-US" dirty="0"/>
              <a:t> = 45 </a:t>
            </a:r>
            <a:r>
              <a:rPr lang="en-US" b="1" dirty="0"/>
              <a:t>AND</a:t>
            </a:r>
            <a:r>
              <a:rPr lang="en-US" dirty="0"/>
              <a:t> note &gt; 11)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/>
              <a:t>OR</a:t>
            </a:r>
            <a:r>
              <a:rPr lang="en-US" dirty="0"/>
              <a:t> (</a:t>
            </a:r>
            <a:r>
              <a:rPr lang="en-US" dirty="0" err="1"/>
              <a:t>id_examen</a:t>
            </a:r>
            <a:r>
              <a:rPr lang="en-US" dirty="0"/>
              <a:t> = 87 </a:t>
            </a:r>
            <a:r>
              <a:rPr lang="en-US" b="1" dirty="0"/>
              <a:t>AND</a:t>
            </a:r>
            <a:r>
              <a:rPr lang="en-US" dirty="0"/>
              <a:t> note &gt; 12</a:t>
            </a:r>
            <a:r>
              <a:rPr lang="en-US" dirty="0" smtClean="0"/>
              <a:t>);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SELECT</a:t>
            </a:r>
            <a:r>
              <a:rPr lang="en-US" dirty="0"/>
              <a:t> ex.*, </a:t>
            </a:r>
            <a:r>
              <a:rPr lang="en-US" dirty="0" err="1"/>
              <a:t>et.prenom</a:t>
            </a:r>
            <a:r>
              <a:rPr lang="en-US" dirty="0"/>
              <a:t>, </a:t>
            </a:r>
            <a:r>
              <a:rPr lang="en-US" dirty="0" err="1"/>
              <a:t>et.nom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FROM </a:t>
            </a:r>
            <a:r>
              <a:rPr lang="en-US" dirty="0" err="1"/>
              <a:t>lpecom_examens</a:t>
            </a:r>
            <a:r>
              <a:rPr lang="en-US" dirty="0"/>
              <a:t> ex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LEFT </a:t>
            </a:r>
            <a:r>
              <a:rPr lang="en-US" b="1" dirty="0"/>
              <a:t>JOIN</a:t>
            </a:r>
            <a:r>
              <a:rPr lang="en-US" dirty="0"/>
              <a:t> </a:t>
            </a:r>
            <a:r>
              <a:rPr lang="en-US" dirty="0" err="1"/>
              <a:t>lpecom_etudiants</a:t>
            </a:r>
            <a:r>
              <a:rPr lang="en-US" dirty="0"/>
              <a:t> et </a:t>
            </a:r>
            <a:r>
              <a:rPr lang="en-US" b="1" dirty="0"/>
              <a:t>ON</a:t>
            </a:r>
            <a:r>
              <a:rPr lang="en-US" dirty="0"/>
              <a:t> </a:t>
            </a:r>
            <a:r>
              <a:rPr lang="en-US" dirty="0" err="1"/>
              <a:t>ex.id_etudiant</a:t>
            </a:r>
            <a:r>
              <a:rPr lang="en-US" dirty="0"/>
              <a:t> = </a:t>
            </a:r>
            <a:r>
              <a:rPr lang="en-US" dirty="0" err="1"/>
              <a:t>et.id_etudiant</a:t>
            </a:r>
            <a:r>
              <a:rPr lang="en-US" dirty="0" smtClean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SELECT</a:t>
            </a:r>
            <a:r>
              <a:rPr lang="en-US" dirty="0"/>
              <a:t> ex.*, </a:t>
            </a:r>
            <a:r>
              <a:rPr lang="en-US" dirty="0" err="1"/>
              <a:t>et.prenom</a:t>
            </a:r>
            <a:r>
              <a:rPr lang="en-US" dirty="0"/>
              <a:t>, </a:t>
            </a:r>
            <a:r>
              <a:rPr lang="en-US" dirty="0" err="1"/>
              <a:t>et.nom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FROM </a:t>
            </a:r>
            <a:r>
              <a:rPr lang="en-US" dirty="0" err="1"/>
              <a:t>lpecom_examens</a:t>
            </a:r>
            <a:r>
              <a:rPr lang="en-US" dirty="0"/>
              <a:t> ex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INNER </a:t>
            </a:r>
            <a:r>
              <a:rPr lang="en-US" b="1" dirty="0"/>
              <a:t>JOIN</a:t>
            </a:r>
            <a:r>
              <a:rPr lang="en-US" dirty="0"/>
              <a:t> </a:t>
            </a:r>
            <a:r>
              <a:rPr lang="en-US" dirty="0" err="1"/>
              <a:t>lpecom_etudiants</a:t>
            </a:r>
            <a:r>
              <a:rPr lang="en-US" dirty="0"/>
              <a:t> et </a:t>
            </a:r>
            <a:r>
              <a:rPr lang="en-US" b="1" dirty="0"/>
              <a:t>ON</a:t>
            </a:r>
            <a:r>
              <a:rPr lang="en-US" dirty="0"/>
              <a:t> </a:t>
            </a:r>
            <a:r>
              <a:rPr lang="en-US" dirty="0" err="1"/>
              <a:t>ex.id_etudiant</a:t>
            </a:r>
            <a:r>
              <a:rPr lang="en-US" dirty="0"/>
              <a:t> = </a:t>
            </a:r>
            <a:r>
              <a:rPr lang="en-US" dirty="0" err="1"/>
              <a:t>et.id_etudiant</a:t>
            </a:r>
            <a:r>
              <a:rPr lang="en-US" dirty="0" smtClean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SELECT</a:t>
            </a:r>
            <a:r>
              <a:rPr lang="en-US" dirty="0"/>
              <a:t> </a:t>
            </a:r>
            <a:r>
              <a:rPr lang="en-US" dirty="0" err="1"/>
              <a:t>et.prenom</a:t>
            </a:r>
            <a:r>
              <a:rPr lang="en-US" dirty="0"/>
              <a:t>, </a:t>
            </a:r>
            <a:r>
              <a:rPr lang="en-US" dirty="0" err="1"/>
              <a:t>et.nom</a:t>
            </a:r>
            <a:r>
              <a:rPr lang="en-US" dirty="0"/>
              <a:t>, </a:t>
            </a:r>
            <a:r>
              <a:rPr lang="en-US" b="1" dirty="0"/>
              <a:t>AVG</a:t>
            </a:r>
            <a:r>
              <a:rPr lang="en-US" dirty="0"/>
              <a:t>(</a:t>
            </a:r>
            <a:r>
              <a:rPr lang="en-US" dirty="0" err="1"/>
              <a:t>ex.note</a:t>
            </a:r>
            <a:r>
              <a:rPr lang="en-US" dirty="0"/>
              <a:t>) </a:t>
            </a:r>
            <a:r>
              <a:rPr lang="en-US" b="1" dirty="0"/>
              <a:t>as</a:t>
            </a:r>
            <a:r>
              <a:rPr lang="en-US" dirty="0"/>
              <a:t> </a:t>
            </a:r>
            <a:r>
              <a:rPr lang="en-US" dirty="0" err="1"/>
              <a:t>moyenne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FROM </a:t>
            </a:r>
            <a:r>
              <a:rPr lang="en-US" dirty="0" err="1"/>
              <a:t>lpecom_examens</a:t>
            </a:r>
            <a:r>
              <a:rPr lang="en-US" dirty="0"/>
              <a:t> ex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INNER </a:t>
            </a:r>
            <a:r>
              <a:rPr lang="en-US" b="1" dirty="0"/>
              <a:t>JOIN</a:t>
            </a:r>
            <a:r>
              <a:rPr lang="en-US" dirty="0"/>
              <a:t> </a:t>
            </a:r>
            <a:r>
              <a:rPr lang="en-US" dirty="0" err="1"/>
              <a:t>lpecom_etudiants</a:t>
            </a:r>
            <a:r>
              <a:rPr lang="en-US" dirty="0"/>
              <a:t> et </a:t>
            </a:r>
            <a:r>
              <a:rPr lang="en-US" b="1" dirty="0"/>
              <a:t>ON</a:t>
            </a:r>
            <a:r>
              <a:rPr lang="en-US" dirty="0"/>
              <a:t> </a:t>
            </a:r>
            <a:r>
              <a:rPr lang="en-US" dirty="0" err="1"/>
              <a:t>ex.id_etudiant</a:t>
            </a:r>
            <a:r>
              <a:rPr lang="en-US" dirty="0"/>
              <a:t> = </a:t>
            </a:r>
            <a:r>
              <a:rPr lang="en-US" dirty="0" err="1"/>
              <a:t>et.id_etudiant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WHERE </a:t>
            </a:r>
            <a:r>
              <a:rPr lang="en-US" dirty="0" err="1"/>
              <a:t>et.id_etudiant</a:t>
            </a:r>
            <a:r>
              <a:rPr lang="en-US" dirty="0"/>
              <a:t> = 30</a:t>
            </a:r>
            <a:r>
              <a:rPr lang="en-US" dirty="0" smtClean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SELECT</a:t>
            </a:r>
            <a:r>
              <a:rPr lang="en-US" dirty="0"/>
              <a:t> *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/>
              <a:t>FROM</a:t>
            </a:r>
            <a:r>
              <a:rPr lang="en-US" dirty="0"/>
              <a:t> </a:t>
            </a:r>
            <a:r>
              <a:rPr lang="en-US" dirty="0" err="1"/>
              <a:t>lpecom_examens</a:t>
            </a:r>
            <a:r>
              <a:rPr lang="en-US" dirty="0"/>
              <a:t> ex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INNER </a:t>
            </a:r>
            <a:r>
              <a:rPr lang="en-US" b="1" dirty="0"/>
              <a:t>JOIN</a:t>
            </a:r>
            <a:r>
              <a:rPr lang="en-US" dirty="0"/>
              <a:t> </a:t>
            </a:r>
            <a:r>
              <a:rPr lang="en-US" dirty="0" err="1"/>
              <a:t>lpecom_etudiants</a:t>
            </a:r>
            <a:r>
              <a:rPr lang="en-US" dirty="0"/>
              <a:t> et </a:t>
            </a:r>
            <a:r>
              <a:rPr lang="en-US" b="1" dirty="0"/>
              <a:t>ON</a:t>
            </a:r>
            <a:r>
              <a:rPr lang="en-US" dirty="0"/>
              <a:t> </a:t>
            </a:r>
            <a:r>
              <a:rPr lang="en-US" dirty="0" err="1"/>
              <a:t>ex.id_etudiant</a:t>
            </a:r>
            <a:r>
              <a:rPr lang="en-US" dirty="0"/>
              <a:t> = </a:t>
            </a:r>
            <a:r>
              <a:rPr lang="en-US" dirty="0" err="1"/>
              <a:t>et.id_etudiant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ORDER </a:t>
            </a:r>
            <a:r>
              <a:rPr lang="en-US" b="1" dirty="0"/>
              <a:t>BY</a:t>
            </a:r>
            <a:r>
              <a:rPr lang="en-US" dirty="0"/>
              <a:t> </a:t>
            </a:r>
            <a:r>
              <a:rPr lang="en-US" dirty="0" err="1"/>
              <a:t>ex.note</a:t>
            </a:r>
            <a:r>
              <a:rPr lang="en-US" dirty="0"/>
              <a:t> DESC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LIMIT 3;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39613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298"/>
            <a:ext cx="12192000" cy="659674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19" y="1299557"/>
            <a:ext cx="11001404" cy="533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23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309" y="247206"/>
            <a:ext cx="8459381" cy="636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288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762" y="1489945"/>
            <a:ext cx="8332476" cy="468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102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691621"/>
            <a:ext cx="9119875" cy="5129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814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20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383</Words>
  <Application>Microsoft Office PowerPoint</Application>
  <PresentationFormat>Widescreen</PresentationFormat>
  <Paragraphs>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NSI EXERCICE SQL BY ANTOINE HARFOUCHE</vt:lpstr>
      <vt:lpstr>PowerPoint Presentation</vt:lpstr>
      <vt:lpstr>PowerPoint Presentation</vt:lpstr>
      <vt:lpstr>CORRECTION:</vt:lpstr>
      <vt:lpstr>EXERCICE 2:</vt:lpstr>
      <vt:lpstr>PowerPoint Presentation</vt:lpstr>
      <vt:lpstr>CORRECTION: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NSI EXERCICE SQL BY ANTOINE HARFOUCHE</dc:title>
  <dc:creator>HARFOUCHE</dc:creator>
  <cp:lastModifiedBy>HARFOUCHE</cp:lastModifiedBy>
  <cp:revision>7</cp:revision>
  <dcterms:created xsi:type="dcterms:W3CDTF">2023-05-22T08:10:12Z</dcterms:created>
  <dcterms:modified xsi:type="dcterms:W3CDTF">2023-05-22T18:31:43Z</dcterms:modified>
</cp:coreProperties>
</file>